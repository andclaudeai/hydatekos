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 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Sales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Sales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  <a:p>
            <a:r>
              <a:t>Introduce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Lagos office,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shipped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mini-grids</a:t>
            </a:r>
          </a:p>
          <a:p>
            <a:pPr lvl="1"/>
            <a:r>
              <a:t>Kano markets</a:t>
            </a:r>
          </a:p>
          <a:p>
            <a:r>
              <a:rPr b="1"/>
              <a:t>Bold </a:t>
            </a:r>
            <a:r>
              <a:rPr i="1"/>
              <a:t>and italic</a:t>
            </a:r>
          </a:p>
          <a:p>
            <a:r>
              <a:t>Mobile 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2743200" cy="1371600"/>
          </a:xfrm>
          <a:prstGeom prst="rect">
            <a:avLst/>
          </a:prstGeom>
          <a:solidFill>
            <a:srgbClr val="C062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solidFill>
                  <a:srgbClr val="FFFFFF"/>
                </a:solidFill>
              </a:rPr>
              <a:t>Revenue up 12%</a:t>
            </a:r>
          </a:p>
        </p:txBody>
      </p:sp>
      <p:sp>
        <p:nvSpPr>
          <p:cNvPr id="3" name="Oval 2"/>
          <p:cNvSpPr/>
          <p:nvPr/>
        </p:nvSpPr>
        <p:spPr>
          <a:xfrm>
            <a:off x="4572000" y="914400"/>
            <a:ext cx="1828800" cy="1828800"/>
          </a:xfrm>
          <a:prstGeom prst="ellipse">
            <a:avLst/>
          </a:prstGeom>
          <a:solidFill>
            <a:srgbClr val="2F6F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A plain text box</a:t>
            </a:r>
          </a:p>
        </p:txBody>
      </p:sp>
      <p:pic>
        <p:nvPicPr>
          <p:cNvPr id="5" name="Picture 4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1828800" cy="9144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914400" y="4572000"/>
            <a:ext cx="2286000" cy="914400"/>
            <a:chOff x="914400" y="4572000"/>
            <a:chExt cx="2286000" cy="914400"/>
          </a:xfrm>
        </p:grpSpPr>
        <p:sp>
          <p:nvSpPr>
            <p:cNvPr id="7" name="Rectangle 6"/>
            <p:cNvSpPr/>
            <p:nvPr/>
          </p:nvSpPr>
          <p:spPr>
            <a:xfrm>
              <a:off x="914400" y="4572000"/>
              <a:ext cx="914400" cy="914400"/>
            </a:xfrm>
            <a:prstGeom prst="rect">
              <a:avLst/>
            </a:prstGeom>
            <a:solidFill>
              <a:srgbClr val="0E5A43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286000" y="4572000"/>
              <a:ext cx="914400" cy="914400"/>
            </a:xfrm>
            <a:prstGeom prst="rect">
              <a:avLst/>
            </a:prstGeom>
            <a:solidFill>
              <a:srgbClr val="F5C54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 and charts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743200"/>
          <a:ext cx="27432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200400" y="3840480"/>
          <a:ext cx="274320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5943600" y="4572000"/>
            <a:ext cx="2286000" cy="9144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5-Point Star 7"/>
          <p:cNvSpPr/>
          <p:nvPr/>
        </p:nvSpPr>
        <p:spPr>
          <a:xfrm rot="2700000">
            <a:off x="7315200" y="3657600"/>
            <a:ext cx="1371600" cy="13716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5669280"/>
            <a:ext cx="2286000" cy="9144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